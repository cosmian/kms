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87CA37-CEE2-44AB-96EB-BEAF5124CCF1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25A244-89CD-403A-88E9-84A0F1D04F85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F5A246-0636-42ED-86CB-04760A046132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B269F4-C03A-448B-B501-F8775F0DA1CF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14971F-8EF7-4F41-8CA7-FE8244A5DCF6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A2770D-E178-4A20-BA21-CF8F3AC4F67E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E397DD-E15B-436F-A2C5-7119A83BF473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A1DB31-4F8A-4141-9863-3DE9D521E0DD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39DA04-F6FA-4A38-81A4-EEC5B873C7C6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B6E8A4-4BED-4966-B076-8B9B400443C5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0B20C4-9D99-4FCB-83FB-E4A90209AEC4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microsoft/regorus" TargetMode="External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RBAC / OPA Authorization for Cosmian KMS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Design &amp; Architecture</a:t>
            </a:r>
            <a:br>
              <a:rPr sz="2400"/>
            </a:br>
            <a:br>
              <a:rPr sz="2400"/>
            </a:b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Cosmian KMS Engineering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2026-06-08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The Problem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Key Management Without Centralised Access Control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Permission sprawl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ACL grants accumulate per-object over time with no systematic audit or bulk revocation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Algorithm drift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cryptographic allowlists are hardcoded in the server binary; changing them requires a software release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Audit gaps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per-request authorization decisions are implicit; no record of which policy version made each decision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 role model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every user needs individual grants; no concept of “operator” or “auditor” without per-object wiring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Compliance Requirements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NIST SP 800-53 AC-2 / AC-3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account management and access enforcement must be role-based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ANSSI RGS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cryptographic parameter restrictions must be centrally enforced and auditable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FIPS 140-3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module security must include role-based authentication and access control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KMIP 2.1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operations are orthogonal; each requires independent authorization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The Solution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RBAC + Rego Policy via Regorus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Opt-in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legacy ACL behavior is unchanged when RBAC is disabled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Roles from IdP JWT claims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no new identity store; role and tenant claim paths are configurable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Policy in Rego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human-readable, version-controlled, hot-reloadable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.rego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files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In-process evaluation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</a:t>
            </a: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Regorus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(pure-Rust Rego engine); no sidecar, no network round-trip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Fail-closed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any evaluation error or missing policy → deny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Full audit trail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every allow and deny logged with the SHA-256 hash of the active policy bundle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NIST RBAC Model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0" name="Content Placeholder 5"/>
          <p:cNvGraphicFramePr/>
          <p:nvPr/>
        </p:nvGraphicFramePr>
        <p:xfrm>
          <a:off x="457200" y="1193760"/>
          <a:ext cx="822924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Level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Name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Implemented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RC-0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Core RBAC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— users, roles, permissions, sessions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✅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RC-1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Hierarchical RBAC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— role inheritance graph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✅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RC-2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Constrained RBAC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— separation of duty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❌ out of scope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Default hierarchy: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admin ⊇ operator ⊇ auditor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Reference: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NIST IR 7316 — Assessment of Access Control Systems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ANSI INCITS 359-2004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Architecture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 Modules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1" descr="/home/cscm/kms/docs/diagrams/module-architecture.png"/>
          <p:cNvPicPr/>
          <p:nvPr/>
        </p:nvPicPr>
        <p:blipFill>
          <a:blip r:embed="rId1"/>
          <a:stretch/>
        </p:blipFill>
        <p:spPr>
          <a:xfrm>
            <a:off x="1600200" y="1100880"/>
            <a:ext cx="11201400" cy="3013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Module Architecture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" descr="/home/cscm/kms/docs/diagrams/role-hierarchy.png"/>
          <p:cNvPicPr/>
          <p:nvPr/>
        </p:nvPicPr>
        <p:blipFill>
          <a:blip r:embed="rId1"/>
          <a:stretch/>
        </p:blipFill>
        <p:spPr>
          <a:xfrm>
            <a:off x="1143000" y="-479880"/>
            <a:ext cx="13543920" cy="6194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Role Hierarchy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Role Hierarchy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" descr="/home/cscm/kms/docs/diagrams/request-flow.png"/>
          <p:cNvPicPr/>
          <p:nvPr/>
        </p:nvPicPr>
        <p:blipFill>
          <a:blip r:embed="rId1"/>
          <a:stretch/>
        </p:blipFill>
        <p:spPr>
          <a:xfrm>
            <a:off x="2324520" y="775800"/>
            <a:ext cx="4762080" cy="3567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Request Authorization Flow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Request Authorization Flow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Bundle Loading &amp; Startup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1" descr="/home/cscm/kms/docs/diagrams/bundle-loading.png"/>
          <p:cNvPicPr/>
          <p:nvPr/>
        </p:nvPicPr>
        <p:blipFill>
          <a:blip r:embed="rId1"/>
          <a:stretch/>
        </p:blipFill>
        <p:spPr>
          <a:xfrm>
            <a:off x="5715000" y="-690120"/>
            <a:ext cx="5486400" cy="7548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Bundle Loading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Design Decisions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Enforcement Insertion Points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Two-tier strategy — no double DB round-trip: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dispatch.rs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non-object operations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(Create, DiscoverVersions, …)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OPA evaluated before any handler runs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resource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and 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acl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fields are </a:t>
            </a: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null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retrieve_and_authorize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wrapper — object-targeting operations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(Get, Decrypt, Sign, …)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 metadata already fetched from DB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Owner, state, tags, and ACL grants passed as OPA input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OPA Input Contract (stable API)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{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"subject"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{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"user_id"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"alice@…"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"roles"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07020"/>
                </a:solidFill>
                <a:effectLst/>
                <a:uFillTx/>
                <a:latin typeface="Courier New"/>
              </a:rPr>
              <a:t>[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"operator"</a:t>
            </a:r>
            <a:r>
              <a:rPr b="0" lang="en-US" sz="1400" strike="noStrike" u="none">
                <a:solidFill>
                  <a:srgbClr val="007020"/>
                </a:solidFill>
                <a:effectLst/>
                <a:uFillTx/>
                <a:latin typeface="Courier New"/>
              </a:rPr>
              <a:t>]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"tenant_id"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"acme"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},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"request"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{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"ip"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"1.2.3.4"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"tls_subject"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"CN=alice"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"user_agent"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"ckms/1.0"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},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"operation"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{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"kmip_op"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"Get"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"algorithm"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"AES"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"mode"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"GCM"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},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"resource"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{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"id"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"uuid"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"owner"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"bob@…"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"type"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"SymmetricKey"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"state"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"Active"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"tags"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07020"/>
                </a:solidFill>
                <a:effectLst/>
                <a:uFillTx/>
                <a:latin typeface="Courier New"/>
              </a:rPr>
              <a:t>[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"env:prod"</a:t>
            </a:r>
            <a:r>
              <a:rPr b="0" lang="en-US" sz="1400" strike="noStrike" u="none">
                <a:solidFill>
                  <a:srgbClr val="007020"/>
                </a:solidFill>
                <a:effectLst/>
                <a:uFillTx/>
                <a:latin typeface="Courier New"/>
              </a:rPr>
              <a:t>]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},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"acl"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{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"is_owner"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1" lang="en-US" sz="1400" strike="noStrike" u="none">
                <a:solidFill>
                  <a:srgbClr val="007020"/>
                </a:solidFill>
                <a:effectLst/>
                <a:uFillTx/>
                <a:latin typeface="Courier New"/>
              </a:rPr>
              <a:t>false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902000"/>
                </a:solidFill>
                <a:effectLst/>
                <a:uFillTx/>
                <a:latin typeface="Courier New"/>
              </a:rPr>
              <a:t>"granted_ops"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07020"/>
                </a:solidFill>
                <a:effectLst/>
                <a:uFillTx/>
                <a:latin typeface="Courier New"/>
              </a:rPr>
              <a:t>[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"Get"</a:t>
            </a:r>
            <a:r>
              <a:rPr b="0" lang="en-US" sz="1400" strike="noStrike" u="none">
                <a:solidFill>
                  <a:srgbClr val="007020"/>
                </a:solidFill>
                <a:effectLst/>
                <a:uFillTx/>
                <a:latin typeface="Courier New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4070a0"/>
                </a:solidFill>
                <a:effectLst/>
                <a:uFillTx/>
                <a:latin typeface="Courier New"/>
              </a:rPr>
              <a:t>"Encrypt"</a:t>
            </a:r>
            <a:r>
              <a:rPr b="0" lang="en-US" sz="1400" strike="noStrike" u="none">
                <a:solidFill>
                  <a:srgbClr val="007020"/>
                </a:solidFill>
                <a:effectLst/>
                <a:uFillTx/>
                <a:latin typeface="Courier New"/>
              </a:rPr>
              <a:t>]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}</a:t>
            </a:r>
            <a:br>
              <a:rPr sz="1400"/>
            </a:br>
            <a:r>
              <a:rPr b="0" lang="en-US" sz="1400" strike="noStrike" u="none">
                <a:solidFill>
                  <a:srgbClr val="06287e"/>
                </a:solidFill>
                <a:effectLst/>
                <a:uFillTx/>
                <a:latin typeface="Courier New"/>
              </a:rPr>
              <a:t>}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Decision paths: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data.kms.authz.allow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(bool) ·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data.kms.authz.reason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(string, audit only)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 Semantics in RBAC Mode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1" name="Content Placeholder 5"/>
          <p:cNvGraphicFramePr/>
          <p:nvPr/>
        </p:nvGraphicFramePr>
        <p:xfrm>
          <a:off x="457200" y="1193760"/>
          <a:ext cx="8229240" cy="1110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Behavior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RBAC </a:t>
                      </a: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disabled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Legacy DB ACL enforcement unchanged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RBAC </a:t>
                      </a: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enabled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OPA is sole gatekeeper; DB ACL state (owner, grants) passed as </a:t>
                      </a: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input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to policy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Per-object grants become additive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allows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in policy, not enforced by Rust code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Wildcard ACL grants 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*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deprecated in RBAC mode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 owners retain access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unless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policy explicitly denies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Algorithm Policy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4" name="Content Placeholder 5"/>
          <p:cNvGraphicFramePr/>
          <p:nvPr/>
        </p:nvGraphicFramePr>
        <p:xfrm>
          <a:off x="457200" y="1193760"/>
          <a:ext cx="8229240" cy="16131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Behavior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RBAC </a:t>
                      </a: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disabled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algorithm_policy.rs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enforces 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KmipPolicyConfig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allowlists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RBAC </a:t>
                      </a: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enabled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algorithm_policy.rs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skipped; 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KmipAllowlistsConfig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loaded as OPA </a:t>
                      </a: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data</a:t>
                      </a: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at engine init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Policy authors reference allowlists as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data.kms.config.allowlists.algorithms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in Rego.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Default bundle replicates the current ANSSI/NIST/FIPS conservative allowlists.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Policy Bundle Format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directory of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.rego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files; entry point must be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authz.rego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Hot-reload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inotify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watch on local directory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Remote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polling a URL, archive unpacked locally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Startup safety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last-valid bundle persisted to disk cache; refuse startup if no cache and remote unavailable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Bundle hash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SHA-256 over sorted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filename:content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; included in every audit log entry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Role Definitions (Default Bundle)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9" name="Content Placeholder 5"/>
          <p:cNvGraphicFramePr/>
          <p:nvPr/>
        </p:nvGraphicFramePr>
        <p:xfrm>
          <a:off x="457200" y="1193760"/>
          <a:ext cx="8229240" cy="1828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Permitted KMIP Operations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admin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All operations · Grant Create to others · Cross-tenant scope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operator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Create · Import · Register · Encrypt · Decrypt · Sign · SignatureVerify · Destroy · Revoke · Activate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auditor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Locate · GetAttributes · GetAttributeList · DiscoverVersions </a:t>
                      </a:r>
                      <a:r>
                        <a:rPr b="0" i="1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(no key material)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Key invariant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only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admin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can delegate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Create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grants — replicated explicitly in default bundle and verified by test vector.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Out of Scope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 Is Not In This Version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Constrained RBAC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(RC-2) — separation of duty, mutually exclusive roles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External OPA service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HTTP sidecar mode deferred to follow-on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UI for policy management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no web interface for uploading bundles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Per-object result filtering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on Locate/List — query-level authorization only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Enterprise integration routes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— AWS XKS, Azure EKM, Google CSE keep existing auth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References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Standards &amp; Specifications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6" name="Content Placeholder 5"/>
          <p:cNvGraphicFramePr/>
          <p:nvPr/>
        </p:nvGraphicFramePr>
        <p:xfrm>
          <a:off x="457200" y="1193760"/>
          <a:ext cx="8229240" cy="30060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Reference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Title</a:t>
                      </a:r>
                      <a:endParaRPr b="0" lang="en-US" sz="13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NIST IR 7316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Assessment of Access Control Systems (RBAC model)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NIST SP 800-162 Upd2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Guide to Attribute Based Access Control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NIST SP 800-57 Pt1 Rev 5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Recommendation for Key Management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NIST SP 800-131A Rev 2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Transitioning Cryptographic Algorithms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FIPS 140-3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Security Requirements for Cryptographic Modules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FIPS 197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Advanced Encryption Standard (AES)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FIPS 203/204/205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ML-KEM · ML-DSA · SLH-DSA (Post-Quantum)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ANSSI RGS / DAT-NT-028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Recommandations sur les mécanismes cryptographiques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KMIP 2.1 (OASIS)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Key Management Interoperability Protocol v2.1</a:t>
                      </a:r>
                      <a:endParaRPr b="0" lang="en-US" sz="13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2026-06-08T10:25:59Z</dcterms:created>
  <dc:creator>Cosmian KMS Engineering</dc:creator>
  <dc:description/>
  <dc:language>en-US</dc:language>
  <cp:lastModifiedBy/>
  <dcterms:modified xsi:type="dcterms:W3CDTF">2026-06-08T12:31:50Z</dcterms:modified>
  <cp:revision>1</cp:revision>
  <dc:subject/>
  <dc:title>RBAC / OPA Authorization for Cosmian KMS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  <property fmtid="{D5CDD505-2E9C-101B-9397-08002B2CF9AE}" pid="3" name="subtitle">
    <vt:lpwstr>Design &amp; Architecture</vt:lpwstr>
  </property>
</Properties>
</file>